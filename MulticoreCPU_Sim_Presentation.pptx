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3"/>
    <p:restoredTop sz="94640"/>
  </p:normalViewPr>
  <p:slideViewPr>
    <p:cSldViewPr snapToGrid="0">
      <p:cViewPr varScale="1">
        <p:scale>
          <a:sx n="56" d="100"/>
          <a:sy n="56" d="100"/>
        </p:scale>
        <p:origin x="216" y="1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ED49C59-0C74-A44A-8919-EB358A9D2BD5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AF5D404-49E5-EE42-80AA-598FF4614921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872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9C59-0C74-A44A-8919-EB358A9D2BD5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5D404-49E5-EE42-80AA-598FF4614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21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D49C59-0C74-A44A-8919-EB358A9D2BD5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F5D404-49E5-EE42-80AA-598FF46149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594043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9C59-0C74-A44A-8919-EB358A9D2BD5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5D404-49E5-EE42-80AA-598FF4614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4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9C59-0C74-A44A-8919-EB358A9D2BD5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5D404-49E5-EE42-80AA-598FF4614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9C59-0C74-A44A-8919-EB358A9D2BD5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5D404-49E5-EE42-80AA-598FF4614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2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9C59-0C74-A44A-8919-EB358A9D2BD5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5D404-49E5-EE42-80AA-598FF4614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55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D49C59-0C74-A44A-8919-EB358A9D2BD5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F5D404-49E5-EE42-80AA-598FF461492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33196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D49C59-0C74-A44A-8919-EB358A9D2BD5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F5D404-49E5-EE42-80AA-598FF461492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6450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9C59-0C74-A44A-8919-EB358A9D2BD5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5D404-49E5-EE42-80AA-598FF4614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84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9C59-0C74-A44A-8919-EB358A9D2BD5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5D404-49E5-EE42-80AA-598FF4614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7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ED49C59-0C74-A44A-8919-EB358A9D2BD5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AF5D404-49E5-EE42-80AA-598FF461492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13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00327-292E-0791-DB41-D777E14C5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Multicore CPU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E171E-A2C3-1C77-313C-A4771CCF21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Jacob Hensley</a:t>
            </a:r>
          </a:p>
        </p:txBody>
      </p:sp>
    </p:spTree>
    <p:extLst>
      <p:ext uri="{BB962C8B-B14F-4D97-AF65-F5344CB8AC3E}">
        <p14:creationId xmlns:p14="http://schemas.microsoft.com/office/powerpoint/2010/main" val="1695194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26B4-40C6-B384-8669-9FDC006B9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Multicore CPU Simulator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46EB-9901-4FD1-9EDD-432E6629C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 of the project is to simulate how tasks are distributed across multiple CPU cores</a:t>
            </a:r>
          </a:p>
          <a:p>
            <a:r>
              <a:rPr lang="en-US" dirty="0"/>
              <a:t>Project demonstrates how multicore processors can improve performance by running tasks in parallel instead of on a single core.</a:t>
            </a:r>
          </a:p>
          <a:p>
            <a:r>
              <a:rPr lang="en-US" dirty="0"/>
              <a:t>Output is measured in:</a:t>
            </a:r>
          </a:p>
          <a:p>
            <a:pPr lvl="1"/>
            <a:r>
              <a:rPr lang="en-US" dirty="0"/>
              <a:t>Execution Time</a:t>
            </a:r>
          </a:p>
          <a:p>
            <a:pPr lvl="1"/>
            <a:r>
              <a:rPr lang="en-US" dirty="0"/>
              <a:t>Throughput</a:t>
            </a:r>
          </a:p>
          <a:p>
            <a:pPr lvl="1"/>
            <a:r>
              <a:rPr lang="en-US" dirty="0"/>
              <a:t>Core Utilization</a:t>
            </a:r>
          </a:p>
          <a:p>
            <a:pPr marL="342900" lvl="1" indent="-342900">
              <a:buFont typeface="Wingdings" pitchFamily="2" charset="2"/>
              <a:buChar char="§"/>
            </a:pPr>
            <a:endParaRPr lang="en-US" i="0" dirty="0"/>
          </a:p>
          <a:p>
            <a:pPr marL="53035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475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87DDE-884D-9D43-7F2C-9706860B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4B9D1-A007-1532-71EC-96EF47F53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CPUs use multiple cores to handle complex processes at the same time.</a:t>
            </a:r>
          </a:p>
          <a:p>
            <a:r>
              <a:rPr lang="en-US" dirty="0"/>
              <a:t>Multicore systems aid in reducing total execution time</a:t>
            </a:r>
          </a:p>
          <a:p>
            <a:r>
              <a:rPr lang="en-US" dirty="0"/>
              <a:t>The simulator helps visualize scheduling and workload distribution</a:t>
            </a:r>
          </a:p>
          <a:p>
            <a:r>
              <a:rPr lang="en-US" dirty="0"/>
              <a:t>Goal is to model how tasks arrive, wait, get assigned to cores, and finish. This allows for comparison of multicore performance to single-core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64481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C6B1-D335-E09C-377D-A196AEF65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D90AB-4711-24D0-61EA-2149A0A72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file has number of cores, number of tasks, and 3 descriptions for each task:</a:t>
            </a:r>
          </a:p>
          <a:p>
            <a:pPr lvl="1"/>
            <a:r>
              <a:rPr lang="en-US" dirty="0"/>
              <a:t>Task ID</a:t>
            </a:r>
          </a:p>
          <a:p>
            <a:pPr lvl="1"/>
            <a:r>
              <a:rPr lang="en-US" dirty="0"/>
              <a:t>Arrival Time</a:t>
            </a:r>
          </a:p>
          <a:p>
            <a:pPr lvl="1"/>
            <a:r>
              <a:rPr lang="en-US" dirty="0"/>
              <a:t>Execution Duration</a:t>
            </a:r>
          </a:p>
          <a:p>
            <a:pPr marL="0" lvl="1">
              <a:buFont typeface="Wingdings" pitchFamily="2" charset="2"/>
              <a:buChar char="§"/>
            </a:pPr>
            <a:r>
              <a:rPr lang="en-US" i="0" dirty="0"/>
              <a:t>Simulator uses a shared ready queue</a:t>
            </a:r>
          </a:p>
          <a:p>
            <a:pPr marL="0" lvl="1">
              <a:buFont typeface="Wingdings" pitchFamily="2" charset="2"/>
              <a:buChar char="§"/>
            </a:pPr>
            <a:r>
              <a:rPr lang="en-US" i="0" dirty="0"/>
              <a:t>Tasks are assigned to the next available core using FCFS scheduling</a:t>
            </a:r>
          </a:p>
          <a:p>
            <a:pPr marL="0" lvl="1">
              <a:buFont typeface="Wingdings" pitchFamily="2" charset="2"/>
              <a:buChar char="§"/>
            </a:pPr>
            <a:r>
              <a:rPr lang="en-US" i="0" dirty="0"/>
              <a:t>The program will run the same workload twice: once with the number of cores from input, and once with a single core for comparison.</a:t>
            </a:r>
          </a:p>
        </p:txBody>
      </p:sp>
    </p:spTree>
    <p:extLst>
      <p:ext uri="{BB962C8B-B14F-4D97-AF65-F5344CB8AC3E}">
        <p14:creationId xmlns:p14="http://schemas.microsoft.com/office/powerpoint/2010/main" val="3536497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4B17-50F7-15F1-ABD3-07540B34B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5F827E-F3B2-1254-02FE-EC51B68F4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579417"/>
            <a:ext cx="5951621" cy="21434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BC3B42-8E6E-18C1-9E6D-6225394BBDD0}"/>
              </a:ext>
            </a:extLst>
          </p:cNvPr>
          <p:cNvSpPr txBox="1"/>
          <p:nvPr/>
        </p:nvSpPr>
        <p:spPr>
          <a:xfrm>
            <a:off x="7170821" y="2300933"/>
            <a:ext cx="5139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the queue holds waiting tasks, then when a core becomes free the next task is assigned to it.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F8517B-7BBC-EAE3-2DE7-055E6D9E3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395" y="3884758"/>
            <a:ext cx="4504296" cy="2787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023A9D-EC35-AB33-9A73-7ACC4D994E6E}"/>
              </a:ext>
            </a:extLst>
          </p:cNvPr>
          <p:cNvSpPr txBox="1"/>
          <p:nvPr/>
        </p:nvSpPr>
        <p:spPr>
          <a:xfrm>
            <a:off x="6348846" y="4851507"/>
            <a:ext cx="5139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function that loads input, runs multicore and single-core simulations, and outputs log files.</a:t>
            </a:r>
          </a:p>
        </p:txBody>
      </p:sp>
    </p:spTree>
    <p:extLst>
      <p:ext uri="{BB962C8B-B14F-4D97-AF65-F5344CB8AC3E}">
        <p14:creationId xmlns:p14="http://schemas.microsoft.com/office/powerpoint/2010/main" val="12450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0DC18-CF2D-9EDE-E52C-AF8D157AA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4190E-1073-9C3E-3E35-2E62EFED7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9480"/>
            <a:ext cx="7772400" cy="13219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D59719-9D85-2124-A637-F113307AE3A4}"/>
              </a:ext>
            </a:extLst>
          </p:cNvPr>
          <p:cNvSpPr txBox="1"/>
          <p:nvPr/>
        </p:nvSpPr>
        <p:spPr>
          <a:xfrm>
            <a:off x="2286001" y="3204104"/>
            <a:ext cx="4540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Calculations for total time, throughput, and core utilization.</a:t>
            </a:r>
          </a:p>
        </p:txBody>
      </p:sp>
    </p:spTree>
    <p:extLst>
      <p:ext uri="{BB962C8B-B14F-4D97-AF65-F5344CB8AC3E}">
        <p14:creationId xmlns:p14="http://schemas.microsoft.com/office/powerpoint/2010/main" val="2058628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4E04-0750-D823-17A3-05C1B368E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 and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30740-A265-9FDA-7572-FAF26F444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Multicore execution improved total runtime by 1.62x</a:t>
            </a:r>
          </a:p>
          <a:p>
            <a:r>
              <a:rPr lang="en-US" dirty="0"/>
              <a:t>Workload distribution reduced the task completion time compared to a single core</a:t>
            </a:r>
          </a:p>
          <a:p>
            <a:r>
              <a:rPr lang="en-US" dirty="0"/>
              <a:t>Core utilization was not perfectly balanced</a:t>
            </a:r>
          </a:p>
          <a:p>
            <a:r>
              <a:rPr lang="en-US" dirty="0"/>
              <a:t>A simple FCFS scheduler works for demo purposes, however a more developed and smarter scheduler would improve balance</a:t>
            </a:r>
          </a:p>
          <a:p>
            <a:r>
              <a:rPr lang="en-US" dirty="0"/>
              <a:t>Future improvements could include:</a:t>
            </a:r>
          </a:p>
          <a:p>
            <a:pPr lvl="1"/>
            <a:r>
              <a:rPr lang="en-US" dirty="0"/>
              <a:t>Round-robin scheduling</a:t>
            </a:r>
          </a:p>
          <a:p>
            <a:pPr lvl="1"/>
            <a:r>
              <a:rPr lang="en-US" dirty="0"/>
              <a:t>Task priorities</a:t>
            </a:r>
          </a:p>
          <a:p>
            <a:pPr lvl="1"/>
            <a:r>
              <a:rPr lang="en-US" dirty="0"/>
              <a:t>I/O blocking</a:t>
            </a:r>
          </a:p>
        </p:txBody>
      </p:sp>
    </p:spTree>
    <p:extLst>
      <p:ext uri="{BB962C8B-B14F-4D97-AF65-F5344CB8AC3E}">
        <p14:creationId xmlns:p14="http://schemas.microsoft.com/office/powerpoint/2010/main" val="338809596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172</TotalTime>
  <Words>298</Words>
  <Application>Microsoft Macintosh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Franklin Gothic Book</vt:lpstr>
      <vt:lpstr>Wingdings</vt:lpstr>
      <vt:lpstr>Crop</vt:lpstr>
      <vt:lpstr>Multicore CPU simulator</vt:lpstr>
      <vt:lpstr>Simple Multicore CPU Simulator</vt:lpstr>
      <vt:lpstr>Introduction</vt:lpstr>
      <vt:lpstr>Implemented System</vt:lpstr>
      <vt:lpstr>Code Structure</vt:lpstr>
      <vt:lpstr>Code Structure</vt:lpstr>
      <vt:lpstr>Observations and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Hensley</dc:creator>
  <cp:lastModifiedBy>Jacob Hensley</cp:lastModifiedBy>
  <cp:revision>3</cp:revision>
  <dcterms:created xsi:type="dcterms:W3CDTF">2026-05-04T02:55:32Z</dcterms:created>
  <dcterms:modified xsi:type="dcterms:W3CDTF">2026-05-04T05:47:46Z</dcterms:modified>
</cp:coreProperties>
</file>